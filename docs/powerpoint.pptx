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572308B1-2977-497F-807F-C4A45C7BCC3A}">
          <p14:sldIdLst>
            <p14:sldId id="256"/>
            <p14:sldId id="257"/>
            <p14:sldId id="258"/>
            <p14:sldId id="260"/>
            <p14:sldId id="268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A   DIONE" initials="MD" lastIdx="1" clrIdx="0">
    <p:extLst>
      <p:ext uri="{19B8F6BF-5375-455C-9EA6-DF929625EA0E}">
        <p15:presenceInfo xmlns:p15="http://schemas.microsoft.com/office/powerpoint/2012/main" userId="691a47a93cbc0f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3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24T15:56:01.945" idx="1">
    <p:pos x="10" y="10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6BB78-822F-471D-8ED9-2AE66C3FEAF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E09C3-5CF4-4FFF-860F-9C3865A334C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E09C3-5CF4-4FFF-860F-9C3865A334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4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E09C3-5CF4-4FFF-860F-9C3865A334C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5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9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9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8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0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53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0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6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669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87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891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94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08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0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87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Page</a:t>
            </a:r>
            <a:r>
              <a:rPr dirty="0"/>
              <a:t> </a:t>
            </a:r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</a:t>
            </a:r>
            <a:r>
              <a:rPr dirty="0"/>
              <a:t> </a:t>
            </a:r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garde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AfriTalent</a:t>
            </a:r>
          </a:p>
          <a:p>
            <a:r>
              <a:rPr dirty="0"/>
              <a:t>Plateforme de mise en relation entre entreprises et freelances africains</a:t>
            </a:r>
          </a:p>
          <a:p>
            <a:r>
              <a:rPr dirty="0"/>
              <a:t>Réalisé par : </a:t>
            </a:r>
            <a:r>
              <a:rPr lang="en-US" dirty="0" smtClean="0"/>
              <a:t>Mohamadou lo DIONE</a:t>
            </a:r>
          </a:p>
          <a:p>
            <a:r>
              <a:rPr lang="en-US" dirty="0" smtClean="0"/>
              <a:t>Classe: L1 IAGE</a:t>
            </a:r>
          </a:p>
          <a:p>
            <a:r>
              <a:rPr lang="en-US" dirty="0" smtClean="0"/>
              <a:t>Annee: 2025/2026</a:t>
            </a:r>
            <a:endParaRPr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715" y="1270000"/>
            <a:ext cx="6347713" cy="13208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Plan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de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presentation</a:t>
            </a:r>
            <a:endParaRPr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Présentation</a:t>
            </a:r>
          </a:p>
          <a:p>
            <a:r>
              <a:rPr dirty="0"/>
              <a:t>2. Objectifs</a:t>
            </a:r>
          </a:p>
          <a:p>
            <a:r>
              <a:rPr dirty="0"/>
              <a:t>3. </a:t>
            </a:r>
            <a:r>
              <a:rPr dirty="0" smtClean="0"/>
              <a:t>Technologies</a:t>
            </a:r>
            <a:endParaRPr lang="en-US" dirty="0" smtClean="0"/>
          </a:p>
          <a:p>
            <a:r>
              <a:rPr lang="en-US" dirty="0" smtClean="0"/>
              <a:t>Difficultees</a:t>
            </a:r>
            <a:endParaRPr dirty="0"/>
          </a:p>
          <a:p>
            <a:r>
              <a:rPr dirty="0"/>
              <a:t>4. Structure du projet</a:t>
            </a:r>
          </a:p>
          <a:p>
            <a:r>
              <a:rPr dirty="0"/>
              <a:t>5. Fonctionnalités</a:t>
            </a:r>
          </a:p>
          <a:p>
            <a:r>
              <a:rPr dirty="0"/>
              <a:t>6. JavaScript</a:t>
            </a:r>
          </a:p>
          <a:p>
            <a:r>
              <a:rPr dirty="0"/>
              <a:t>7. Captures d'écran</a:t>
            </a:r>
          </a:p>
          <a:p>
            <a:r>
              <a:rPr dirty="0"/>
              <a:t>8. Ressources</a:t>
            </a:r>
          </a:p>
          <a:p>
            <a:r>
              <a:rPr dirty="0"/>
              <a:t>9. 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199625"/>
            <a:ext cx="6347713" cy="688829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Présentation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AfriTalent permet de connecter les entreprises aux freelances africains.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459" y="998290"/>
            <a:ext cx="5782853" cy="932110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007" y="1778467"/>
            <a:ext cx="6585356" cy="4135772"/>
          </a:xfrm>
        </p:spPr>
        <p:txBody>
          <a:bodyPr>
            <a:normAutofit/>
          </a:bodyPr>
          <a:lstStyle/>
          <a:p>
            <a:r>
              <a:rPr dirty="0" smtClean="0"/>
              <a:t>HTML</a:t>
            </a:r>
            <a:endParaRPr dirty="0"/>
          </a:p>
          <a:p>
            <a:r>
              <a:rPr dirty="0" smtClean="0"/>
              <a:t>CSS</a:t>
            </a:r>
            <a:endParaRPr dirty="0"/>
          </a:p>
          <a:p>
            <a:r>
              <a:rPr dirty="0"/>
              <a:t>Bootstrap </a:t>
            </a:r>
          </a:p>
          <a:p>
            <a:r>
              <a:rPr dirty="0"/>
              <a:t>JavaScript</a:t>
            </a:r>
          </a:p>
          <a:p>
            <a:r>
              <a:rPr dirty="0"/>
              <a:t>Git et </a:t>
            </a:r>
            <a:r>
              <a:rPr dirty="0" smtClean="0"/>
              <a:t>GitHub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6345" y="1224792"/>
            <a:ext cx="6000967" cy="705607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Diffucultes rencontrees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Organisation des fichers </a:t>
            </a:r>
          </a:p>
          <a:p>
            <a:r>
              <a:rPr lang="en-US" dirty="0" smtClean="0"/>
              <a:t>Mise en page avec HTML et CSS</a:t>
            </a:r>
          </a:p>
          <a:p>
            <a:r>
              <a:rPr lang="en-US" dirty="0" smtClean="0"/>
              <a:t>Gestion des Images et leurs taille</a:t>
            </a:r>
          </a:p>
          <a:p>
            <a:r>
              <a:rPr lang="en-US" dirty="0" smtClean="0"/>
              <a:t>Correction des erreurs JavaScript</a:t>
            </a:r>
          </a:p>
          <a:p>
            <a:r>
              <a:rPr lang="en-US" dirty="0" smtClean="0"/>
              <a:t>Utilisation de Git et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0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0777" y="1442906"/>
            <a:ext cx="6347713" cy="709296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Valoriser les talents africains</a:t>
            </a:r>
          </a:p>
          <a:p>
            <a:r>
              <a:t>- Faciliter le recrutement</a:t>
            </a:r>
          </a:p>
          <a:p>
            <a:r>
              <a:t>- Offrir une plateforme moderne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667" y="796954"/>
            <a:ext cx="6347713" cy="797886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Structure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1" y="1417638"/>
            <a:ext cx="9105915" cy="9883636"/>
          </a:xfrm>
        </p:spPr>
        <p:txBody>
          <a:bodyPr>
            <a:normAutofit/>
          </a:bodyPr>
          <a:lstStyle/>
          <a:p>
            <a:r>
              <a:rPr lang="en-US" dirty="0" smtClean="0"/>
              <a:t>CONTENUE:</a:t>
            </a:r>
          </a:p>
          <a:p>
            <a:pPr marL="0" indent="0">
              <a:buNone/>
            </a:pPr>
            <a:r>
              <a:rPr lang="en-US" dirty="0" smtClean="0"/>
              <a:t> -index.html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smtClean="0"/>
              <a:t>freelances.html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smtClean="0"/>
              <a:t>about.html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smtClean="0"/>
              <a:t>tariffs.html</a:t>
            </a:r>
          </a:p>
          <a:p>
            <a:pPr marL="0" indent="0">
              <a:buNone/>
            </a:pPr>
            <a:r>
              <a:rPr lang="en-US" dirty="0"/>
              <a:t> -</a:t>
            </a:r>
            <a:r>
              <a:rPr lang="en-US" dirty="0" smtClean="0"/>
              <a:t>contact.html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-css/style.css</a:t>
            </a:r>
          </a:p>
          <a:p>
            <a:pPr marL="0" indent="0">
              <a:buNone/>
            </a:pPr>
            <a:r>
              <a:rPr lang="en-US" dirty="0" smtClean="0"/>
              <a:t> -js/main.js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-images/…                                                                                                                                                        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624" y="1241570"/>
            <a:ext cx="5908688" cy="688829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Navigation responsive</a:t>
            </a:r>
          </a:p>
          <a:p>
            <a:r>
              <a:rPr dirty="0"/>
              <a:t>Cartes </a:t>
            </a:r>
            <a:r>
              <a:rPr dirty="0" smtClean="0"/>
              <a:t>de</a:t>
            </a:r>
            <a:r>
              <a:rPr lang="en-US" dirty="0" smtClean="0"/>
              <a:t> profils</a:t>
            </a:r>
            <a:r>
              <a:rPr dirty="0" smtClean="0"/>
              <a:t> </a:t>
            </a:r>
            <a:r>
              <a:rPr dirty="0"/>
              <a:t>freelances</a:t>
            </a:r>
          </a:p>
          <a:p>
            <a:r>
              <a:rPr lang="en-US" dirty="0" smtClean="0"/>
              <a:t>Affichage des categories de services</a:t>
            </a:r>
            <a:endParaRPr dirty="0"/>
          </a:p>
          <a:p>
            <a:r>
              <a:rPr dirty="0"/>
              <a:t>Formulaire de </a:t>
            </a:r>
            <a:r>
              <a:rPr dirty="0" smtClean="0"/>
              <a:t>contact</a:t>
            </a:r>
            <a:endParaRPr lang="en-US" dirty="0" smtClean="0"/>
          </a:p>
          <a:p>
            <a:r>
              <a:rPr lang="en-US" dirty="0" smtClean="0"/>
              <a:t>Mode somber/ </a:t>
            </a:r>
            <a:r>
              <a:rPr lang="en-US" dirty="0" err="1" smtClean="0"/>
              <a:t>clair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14" y="777379"/>
            <a:ext cx="6347713" cy="1320800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Fonctionnalités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40571" cy="5493058"/>
          </a:xfrm>
        </p:spPr>
        <p:txBody>
          <a:bodyPr/>
          <a:lstStyle/>
          <a:p>
            <a:r>
              <a:rPr lang="en-US" dirty="0"/>
              <a:t>Dark Mode / Light </a:t>
            </a:r>
            <a:r>
              <a:rPr lang="en-US" dirty="0" smtClean="0"/>
              <a:t>Mode</a:t>
            </a:r>
          </a:p>
          <a:p>
            <a:r>
              <a:rPr lang="en-US" dirty="0"/>
              <a:t>Compteurs </a:t>
            </a:r>
            <a:r>
              <a:rPr lang="en-US" dirty="0" smtClean="0"/>
              <a:t>animés</a:t>
            </a:r>
          </a:p>
          <a:p>
            <a:r>
              <a:rPr lang="en-US" dirty="0"/>
              <a:t>Compteurs </a:t>
            </a:r>
            <a:r>
              <a:rPr lang="en-US" dirty="0" smtClean="0"/>
              <a:t>animés</a:t>
            </a:r>
          </a:p>
          <a:p>
            <a:r>
              <a:rPr lang="en-US" dirty="0"/>
              <a:t>Navbar dynamique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Validation de </a:t>
            </a:r>
            <a:r>
              <a:rPr lang="en-US" dirty="0" smtClean="0"/>
              <a:t>formulaire</a:t>
            </a:r>
          </a:p>
          <a:p>
            <a:r>
              <a:rPr dirty="0" smtClean="0"/>
              <a:t>Retour </a:t>
            </a:r>
            <a:r>
              <a:rPr dirty="0"/>
              <a:t>en haut</a:t>
            </a:r>
          </a:p>
          <a:p>
            <a:r>
              <a:rPr dirty="0"/>
              <a:t>Validation du formulaire</a:t>
            </a:r>
          </a:p>
          <a:p>
            <a:r>
              <a:rPr dirty="0" smtClean="0"/>
              <a:t>Animations</a:t>
            </a:r>
            <a:r>
              <a:rPr lang="en-US" dirty="0"/>
              <a:t> au scroll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219" y="340780"/>
            <a:ext cx="8229600" cy="794276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Captures d'écran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## capture </a:t>
            </a:r>
            <a:r>
              <a:rPr lang="en-US" b="1" dirty="0" err="1"/>
              <a:t>d'ecran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</a:t>
            </a:r>
            <a:r>
              <a:rPr lang="en-US" dirty="0" err="1"/>
              <a:t>l'acceuil</a:t>
            </a:r>
            <a:r>
              <a:rPr lang="en-US" dirty="0"/>
              <a:t>](</a:t>
            </a:r>
            <a:r>
              <a:rPr lang="en-US" u="sng" dirty="0"/>
              <a:t>./images/acceuil.png</a:t>
            </a:r>
            <a:r>
              <a:rPr lang="en-US" dirty="0"/>
              <a:t>)</a:t>
            </a:r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freelance](</a:t>
            </a:r>
            <a:r>
              <a:rPr lang="en-US" u="sng" dirty="0"/>
              <a:t>./images/freelance.png</a:t>
            </a:r>
            <a:r>
              <a:rPr lang="en-US" dirty="0"/>
              <a:t>)</a:t>
            </a:r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</a:t>
            </a:r>
            <a:r>
              <a:rPr lang="en-US" dirty="0" err="1"/>
              <a:t>tarifs</a:t>
            </a:r>
            <a:r>
              <a:rPr lang="en-US" dirty="0"/>
              <a:t>](</a:t>
            </a:r>
            <a:r>
              <a:rPr lang="en-US" u="sng" dirty="0"/>
              <a:t>./images/tarif.png</a:t>
            </a:r>
            <a:r>
              <a:rPr lang="en-US" dirty="0"/>
              <a:t>)</a:t>
            </a:r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about](</a:t>
            </a:r>
            <a:r>
              <a:rPr lang="en-US" u="sng" dirty="0"/>
              <a:t>./images/propos.png</a:t>
            </a:r>
            <a:r>
              <a:rPr lang="en-US" dirty="0"/>
              <a:t>)</a:t>
            </a:r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contact](</a:t>
            </a:r>
            <a:r>
              <a:rPr lang="en-US" u="sng" dirty="0"/>
              <a:t>./images/contact.png</a:t>
            </a:r>
            <a:r>
              <a:rPr lang="en-US" dirty="0"/>
              <a:t>)</a:t>
            </a:r>
          </a:p>
          <a:p>
            <a:r>
              <a:rPr lang="en-US" dirty="0"/>
              <a:t>![capture </a:t>
            </a:r>
            <a:r>
              <a:rPr lang="en-US" dirty="0" err="1"/>
              <a:t>d'ecran</a:t>
            </a:r>
            <a:r>
              <a:rPr lang="en-US" dirty="0"/>
              <a:t> de blog](</a:t>
            </a:r>
            <a:r>
              <a:rPr lang="en-US" u="sng" dirty="0"/>
              <a:t>./images/blog.png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 3" descr="README.md - MOUHAMADOU-DIONE-AfriTalent - Visual Studio Cod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72477"/>
            <a:ext cx="9144000" cy="490630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6815"/>
            <a:ext cx="1879134" cy="250196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34" y="3036816"/>
            <a:ext cx="1807827" cy="281031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962" y="3036816"/>
            <a:ext cx="1489046" cy="256037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009" y="3036816"/>
            <a:ext cx="1493239" cy="254800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248" y="3045205"/>
            <a:ext cx="1233181" cy="26516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29" y="3045205"/>
            <a:ext cx="1241570" cy="2557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667" y="1266738"/>
            <a:ext cx="6347713" cy="663662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Gestion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Développement avec VS Code</a:t>
            </a:r>
          </a:p>
          <a:p>
            <a:r>
              <a:rPr lang="fr-FR" dirty="0"/>
              <a:t>Utilisation de Git </a:t>
            </a:r>
          </a:p>
          <a:p>
            <a:r>
              <a:rPr lang="fr-FR" dirty="0" smtClean="0"/>
              <a:t>Création </a:t>
            </a:r>
            <a:r>
              <a:rPr lang="fr-FR" dirty="0"/>
              <a:t>d'un dépôt </a:t>
            </a:r>
            <a:r>
              <a:rPr lang="fr-FR" dirty="0" smtClean="0"/>
              <a:t> GitHub public    </a:t>
            </a:r>
          </a:p>
          <a:p>
            <a:r>
              <a:rPr lang="fr-FR" dirty="0" smtClean="0"/>
              <a:t> Organisation </a:t>
            </a:r>
            <a:r>
              <a:rPr lang="fr-FR" dirty="0"/>
              <a:t>du travail </a:t>
            </a:r>
            <a:r>
              <a:rPr lang="fr-FR" dirty="0" smtClean="0"/>
              <a:t>avec </a:t>
            </a:r>
            <a:r>
              <a:rPr lang="fr-FR" dirty="0"/>
              <a:t>10 commits </a:t>
            </a:r>
            <a:endParaRPr lang="fr-FR" dirty="0" smtClean="0"/>
          </a:p>
          <a:p>
            <a:r>
              <a:rPr lang="fr-FR" dirty="0" smtClean="0"/>
              <a:t> Sauvegarde </a:t>
            </a:r>
            <a:r>
              <a:rPr lang="fr-FR" dirty="0"/>
              <a:t>régulière du code source</a:t>
            </a:r>
            <a:r>
              <a:rPr lang="fr-FR" dirty="0" smtClean="0"/>
              <a:t>.</a:t>
            </a:r>
          </a:p>
          <a:p>
            <a:r>
              <a:rPr lang="fr-FR" dirty="0" smtClean="0"/>
              <a:t> Gestion </a:t>
            </a:r>
            <a:r>
              <a:rPr lang="fr-FR" dirty="0"/>
              <a:t>des modifications et </a:t>
            </a:r>
            <a:r>
              <a:rPr lang="fr-FR" dirty="0" smtClean="0"/>
              <a:t>corrections grâce à git</a:t>
            </a:r>
          </a:p>
          <a:p>
            <a:r>
              <a:rPr lang="fr-FR" dirty="0"/>
              <a:t>Déploiement du site avec GitHub </a:t>
            </a:r>
            <a:r>
              <a:rPr lang="fr-FR" dirty="0" smtClean="0"/>
              <a:t>Pages</a:t>
            </a:r>
          </a:p>
          <a:p>
            <a:r>
              <a:rPr lang="fr-FR" dirty="0" smtClean="0"/>
              <a:t>Rédaction </a:t>
            </a:r>
            <a:r>
              <a:rPr lang="fr-FR" dirty="0"/>
              <a:t>d'un fichier README.md pour documenter le projet</a:t>
            </a:r>
            <a:r>
              <a:rPr lang="fr-FR"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676" y="1098957"/>
            <a:ext cx="7116704" cy="655273"/>
          </a:xfrm>
        </p:spPr>
        <p:txBody>
          <a:bodyPr>
            <a:normAutofit/>
          </a:bodyPr>
          <a:lstStyle/>
          <a:p>
            <a:r>
              <a:rPr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Ressources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et Outils</a:t>
            </a:r>
            <a:r>
              <a:rPr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consultées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Bootstrap Documentation</a:t>
            </a:r>
          </a:p>
          <a:p>
            <a:r>
              <a:rPr dirty="0"/>
              <a:t>MDN Web </a:t>
            </a:r>
            <a:r>
              <a:rPr dirty="0" smtClean="0"/>
              <a:t>Docs</a:t>
            </a:r>
            <a:endParaRPr lang="en-US" dirty="0" smtClean="0"/>
          </a:p>
          <a:p>
            <a:r>
              <a:rPr lang="en-US" dirty="0" smtClean="0"/>
              <a:t>YouTUBE</a:t>
            </a:r>
          </a:p>
          <a:p>
            <a:r>
              <a:rPr lang="en-US" dirty="0" smtClean="0"/>
              <a:t>W3Schools</a:t>
            </a:r>
          </a:p>
          <a:p>
            <a:r>
              <a:rPr lang="en-US" dirty="0" smtClean="0"/>
              <a:t>Visual Studio Code</a:t>
            </a:r>
          </a:p>
          <a:p>
            <a:r>
              <a:rPr lang="en-US" dirty="0" smtClean="0"/>
              <a:t>Git</a:t>
            </a:r>
            <a:endParaRPr dirty="0"/>
          </a:p>
          <a:p>
            <a:r>
              <a:rPr lang="en-US" dirty="0" smtClean="0"/>
              <a:t>GitHup</a:t>
            </a:r>
            <a:endParaRPr dirty="0"/>
          </a:p>
          <a:p>
            <a:r>
              <a:rPr lang="en-US" dirty="0" smtClean="0"/>
              <a:t>Google </a:t>
            </a:r>
          </a:p>
          <a:p>
            <a:r>
              <a:rPr lang="en-US" dirty="0" smtClean="0"/>
              <a:t>PowerPoint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857" y="1325460"/>
            <a:ext cx="5019455" cy="60493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 </a:t>
            </a:r>
            <a:r>
              <a:rPr lang="en-US" dirty="0" err="1" smtClean="0"/>
              <a:t>realisation</a:t>
            </a:r>
            <a:r>
              <a:rPr lang="en-US" dirty="0" smtClean="0"/>
              <a:t> </a:t>
            </a:r>
            <a:r>
              <a:rPr dirty="0" smtClean="0"/>
              <a:t>Projet </a:t>
            </a:r>
            <a:r>
              <a:rPr lang="en-US" dirty="0" smtClean="0"/>
              <a:t>AfriTalent m’a </a:t>
            </a:r>
            <a:r>
              <a:rPr dirty="0" smtClean="0"/>
              <a:t>perm</a:t>
            </a:r>
            <a:r>
              <a:rPr lang="en-US" dirty="0" smtClean="0"/>
              <a:t>is d’appliquer des connaissances en developpement web. Ce travail m’a aide a renforcer mes capacites en</a:t>
            </a:r>
            <a:r>
              <a:rPr dirty="0" smtClean="0"/>
              <a:t> </a:t>
            </a:r>
            <a:r>
              <a:rPr dirty="0"/>
              <a:t>HTML, CSS, Bootstrap, JavaScript et </a:t>
            </a:r>
            <a:r>
              <a:rPr dirty="0" smtClean="0"/>
              <a:t>GitHub.</a:t>
            </a:r>
            <a:r>
              <a:rPr lang="en-US" dirty="0" smtClean="0"/>
              <a:t>Cette experience m’ a permis de mieux comprendre le developpement d’un projet web.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448</TotalTime>
  <Words>376</Words>
  <Application>Microsoft Office PowerPoint</Application>
  <PresentationFormat>Affichage à l'écran (4:3)</PresentationFormat>
  <Paragraphs>95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Facette</vt:lpstr>
      <vt:lpstr>Page de garde</vt:lpstr>
      <vt:lpstr>Plan de presentation</vt:lpstr>
      <vt:lpstr>Présentation du projet</vt:lpstr>
      <vt:lpstr>Technologies utilisées</vt:lpstr>
      <vt:lpstr>Diffucultes rencontrees</vt:lpstr>
      <vt:lpstr>Objectifs</vt:lpstr>
      <vt:lpstr>Structure du projet</vt:lpstr>
      <vt:lpstr>Fonctionnalités</vt:lpstr>
      <vt:lpstr>Fonctionnalités JavaScript</vt:lpstr>
      <vt:lpstr>Captures d'écran</vt:lpstr>
      <vt:lpstr>Gestion du projet</vt:lpstr>
      <vt:lpstr>Ressources et Outils consultées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de garde</dc:title>
  <dc:subject/>
  <dc:creator>MARA   DIONE</dc:creator>
  <cp:keywords/>
  <dc:description>generated using python-pptx</dc:description>
  <cp:lastModifiedBy>MARA   DIONE</cp:lastModifiedBy>
  <cp:revision>25</cp:revision>
  <dcterms:created xsi:type="dcterms:W3CDTF">2013-01-27T09:14:16Z</dcterms:created>
  <dcterms:modified xsi:type="dcterms:W3CDTF">2026-06-24T16:18:25Z</dcterms:modified>
  <cp:category/>
</cp:coreProperties>
</file>